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22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14F14-73D4-4D62-B57B-42E5203CBFC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B7BBD-E982-415A-B559-31D2F8F78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05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B7BBD-E982-415A-B559-31D2F8F783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1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05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14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49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942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58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68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87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1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14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6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98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ED52D-95DF-48E9-888C-E126D2552AD7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6C343-FB46-44AA-AF5D-46B2F2F6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91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DD3ED0-F1A0-2AF5-35E4-F01617DAE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87" y="3006401"/>
            <a:ext cx="4867302" cy="39114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D72406-0B83-6002-89B0-55BAEE1B8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305" y="2857532"/>
            <a:ext cx="3038357" cy="24588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12AB4C9-EFF3-361C-CC67-E40E336EE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48" y="1913794"/>
            <a:ext cx="6168708" cy="49572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1BBE008-9F4A-9ED7-6314-A8CDAA1AAF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65"/>
          <a:stretch>
            <a:fillRect/>
          </a:stretch>
        </p:blipFill>
        <p:spPr>
          <a:xfrm>
            <a:off x="3653415" y="5377382"/>
            <a:ext cx="3038357" cy="23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3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6BD7A21D-683A-E131-457F-C49ACCC8CEC2}"/>
              </a:ext>
            </a:extLst>
          </p:cNvPr>
          <p:cNvGrpSpPr/>
          <p:nvPr/>
        </p:nvGrpSpPr>
        <p:grpSpPr>
          <a:xfrm>
            <a:off x="265263" y="1326383"/>
            <a:ext cx="6327473" cy="4741233"/>
            <a:chOff x="149920" y="1765295"/>
            <a:chExt cx="6327473" cy="474123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5CF9A5C-31A7-E6C8-594F-8C3D73EBE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39036" y="1765295"/>
              <a:ext cx="3035232" cy="2238243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B8B4E07-BE76-4B0C-A33A-213132D48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696" y="4064868"/>
              <a:ext cx="3038357" cy="244166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0A6C5FF-1154-5D1E-2719-C01A95D1D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565"/>
            <a:stretch>
              <a:fillRect/>
            </a:stretch>
          </p:blipFill>
          <p:spPr>
            <a:xfrm>
              <a:off x="3439036" y="4069247"/>
              <a:ext cx="3038357" cy="2437281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4F0CBE-42FB-6B0B-9B52-6801E82882A3}"/>
                </a:ext>
              </a:extLst>
            </p:cNvPr>
            <p:cNvGrpSpPr/>
            <p:nvPr/>
          </p:nvGrpSpPr>
          <p:grpSpPr>
            <a:xfrm>
              <a:off x="149920" y="1795960"/>
              <a:ext cx="3279080" cy="2238243"/>
              <a:chOff x="266524" y="199495"/>
              <a:chExt cx="5829476" cy="3979099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17943A0D-8F8B-ED11-21EA-A5398927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18" y="199495"/>
                <a:ext cx="5383682" cy="3979099"/>
              </a:xfrm>
              <a:prstGeom prst="rect">
                <a:avLst/>
              </a:prstGeom>
            </p:spPr>
          </p:pic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CA86EF59-5E93-894F-0684-A46584CE3D54}"/>
                  </a:ext>
                </a:extLst>
              </p:cNvPr>
              <p:cNvGrpSpPr/>
              <p:nvPr/>
            </p:nvGrpSpPr>
            <p:grpSpPr>
              <a:xfrm>
                <a:off x="446567" y="538717"/>
                <a:ext cx="1227258" cy="410369"/>
                <a:chOff x="446567" y="538717"/>
                <a:chExt cx="1227258" cy="410369"/>
              </a:xfrm>
            </p:grpSpPr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7FF8E33-583F-F263-7C8A-81AD03F04989}"/>
                    </a:ext>
                  </a:extLst>
                </p:cNvPr>
                <p:cNvSpPr txBox="1"/>
                <p:nvPr/>
              </p:nvSpPr>
              <p:spPr>
                <a:xfrm>
                  <a:off x="446567" y="538717"/>
                  <a:ext cx="1091610" cy="410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工作面</a:t>
                  </a:r>
                </a:p>
              </p:txBody>
            </p:sp>
            <p:cxnSp>
              <p:nvCxnSpPr>
                <p:cNvPr id="10" name="直接箭头连接符 9">
                  <a:extLst>
                    <a:ext uri="{FF2B5EF4-FFF2-40B4-BE49-F238E27FC236}">
                      <a16:creationId xmlns:a16="http://schemas.microsoft.com/office/drawing/2014/main" id="{FA8E5E76-57C6-56BC-56F2-DAD29A86788A}"/>
                    </a:ext>
                  </a:extLst>
                </p:cNvPr>
                <p:cNvCxnSpPr/>
                <p:nvPr/>
              </p:nvCxnSpPr>
              <p:spPr>
                <a:xfrm>
                  <a:off x="1319406" y="765544"/>
                  <a:ext cx="354419" cy="5670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9B070C3-FA85-15A5-3529-20B0AE83736C}"/>
                  </a:ext>
                </a:extLst>
              </p:cNvPr>
              <p:cNvGrpSpPr/>
              <p:nvPr/>
            </p:nvGrpSpPr>
            <p:grpSpPr>
              <a:xfrm>
                <a:off x="266524" y="908830"/>
                <a:ext cx="1542951" cy="410368"/>
                <a:chOff x="497843" y="525690"/>
                <a:chExt cx="1297810" cy="410368"/>
              </a:xfrm>
            </p:grpSpPr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6D2BE44-31ED-E6AB-8AF0-BB2010DDFFC3}"/>
                    </a:ext>
                  </a:extLst>
                </p:cNvPr>
                <p:cNvSpPr txBox="1"/>
                <p:nvPr/>
              </p:nvSpPr>
              <p:spPr>
                <a:xfrm>
                  <a:off x="497843" y="525690"/>
                  <a:ext cx="1091609" cy="4103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区段煤柱</a:t>
                  </a:r>
                </a:p>
              </p:txBody>
            </p: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C8D85BB6-3F0D-B5CC-C23C-E75162841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34909" y="548142"/>
                  <a:ext cx="460744" cy="17665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795A6D5-E685-B686-EEFE-898162DE0C54}"/>
                  </a:ext>
                </a:extLst>
              </p:cNvPr>
              <p:cNvSpPr/>
              <p:nvPr/>
            </p:nvSpPr>
            <p:spPr>
              <a:xfrm>
                <a:off x="808074" y="3693042"/>
                <a:ext cx="1297802" cy="485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C2B9CB4-C2FA-6BE2-D6F2-39F668E1C229}"/>
                  </a:ext>
                </a:extLst>
              </p:cNvPr>
              <p:cNvSpPr txBox="1"/>
              <p:nvPr/>
            </p:nvSpPr>
            <p:spPr>
              <a:xfrm>
                <a:off x="1616151" y="3366608"/>
                <a:ext cx="1297803" cy="410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方案选择</a:t>
                </a: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CEE71A5-1588-D0E5-6251-0819A68D33BF}"/>
                </a:ext>
              </a:extLst>
            </p:cNvPr>
            <p:cNvSpPr/>
            <p:nvPr/>
          </p:nvSpPr>
          <p:spPr>
            <a:xfrm>
              <a:off x="4210720" y="3765459"/>
              <a:ext cx="730014" cy="27312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1B1A519-2C26-47C8-C586-E0F4C2EF0A2C}"/>
                </a:ext>
              </a:extLst>
            </p:cNvPr>
            <p:cNvSpPr txBox="1"/>
            <p:nvPr/>
          </p:nvSpPr>
          <p:spPr>
            <a:xfrm>
              <a:off x="4665263" y="3581840"/>
              <a:ext cx="7300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方案选择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0733D73-12A1-C6F6-8D06-6375BA1FA448}"/>
                </a:ext>
              </a:extLst>
            </p:cNvPr>
            <p:cNvSpPr txBox="1"/>
            <p:nvPr/>
          </p:nvSpPr>
          <p:spPr>
            <a:xfrm>
              <a:off x="3370085" y="2034125"/>
              <a:ext cx="6140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工作面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E4E5BEA7-D02D-7C28-9EC4-D6D3BF945937}"/>
                </a:ext>
              </a:extLst>
            </p:cNvPr>
            <p:cNvCxnSpPr/>
            <p:nvPr/>
          </p:nvCxnSpPr>
          <p:spPr>
            <a:xfrm>
              <a:off x="3861057" y="2161715"/>
              <a:ext cx="199361" cy="318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380C40-5B6F-8BF1-F3DE-5A3733830241}"/>
                </a:ext>
              </a:extLst>
            </p:cNvPr>
            <p:cNvSpPr txBox="1"/>
            <p:nvPr/>
          </p:nvSpPr>
          <p:spPr>
            <a:xfrm>
              <a:off x="3252647" y="2226609"/>
              <a:ext cx="7300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区段煤柱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30A5C70-3856-4E80-973C-59531DFBF8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599" y="2254943"/>
              <a:ext cx="308122" cy="9936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251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11</Words>
  <Application>Microsoft Office PowerPoint</Application>
  <PresentationFormat>A4 纸张(210x297 毫米)</PresentationFormat>
  <Paragraphs>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浩天 刘</dc:creator>
  <cp:lastModifiedBy>浩天 刘</cp:lastModifiedBy>
  <cp:revision>1</cp:revision>
  <dcterms:created xsi:type="dcterms:W3CDTF">2026-05-12T11:47:51Z</dcterms:created>
  <dcterms:modified xsi:type="dcterms:W3CDTF">2026-05-12T12:56:24Z</dcterms:modified>
</cp:coreProperties>
</file>